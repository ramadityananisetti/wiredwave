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half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12800" y="122766"/>
            <a:ext cx="14630400" cy="2010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12800" y="2133600"/>
            <a:ext cx="14630400" cy="701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